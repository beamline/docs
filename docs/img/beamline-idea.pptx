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9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FEBB4-7D11-80FD-C01F-11C76BF6D1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AC03D4-CB6A-F12F-4860-BC18ABBD9A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119060-FE59-8C3A-91B8-171682695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24F43-2148-4C1D-953E-A60618B9D0CF}" type="datetimeFigureOut">
              <a:rPr lang="en-US" smtClean="0"/>
              <a:t>2025-12-13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E19A2C-B9A8-6223-97D6-B49CDA3FA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48CE78-8DDC-01BD-F76A-4D050DB2A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D7129-8599-4BAA-9168-299F4A198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4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1AC43-BB58-5F49-CBDA-1ED264A10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F667E-22D7-DB7C-350D-9B1AF79026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6C8D47-BEE6-8A7D-0BD1-568B0F410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24F43-2148-4C1D-953E-A60618B9D0CF}" type="datetimeFigureOut">
              <a:rPr lang="en-US" smtClean="0"/>
              <a:t>2025-12-13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E5739-ADE4-F05B-DB5B-CF94D5F51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BB5F1F-F330-E74E-6CE3-F4E1FFFB0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D7129-8599-4BAA-9168-299F4A198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505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1BCAD-7082-4FCD-0539-C6C333CFC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CD8AA-D545-2AE0-CC41-F532137CCE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5FEBA-7436-50B2-8B86-8CA75A28B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24F43-2148-4C1D-953E-A60618B9D0CF}" type="datetimeFigureOut">
              <a:rPr lang="en-US" smtClean="0"/>
              <a:t>2025-12-13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BB09EB-5B2D-FA0C-EB0F-AFC1757ED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DB6858-11A0-80D5-896B-1DC2BEC77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D7129-8599-4BAA-9168-299F4A198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284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23EF0-0B85-F3FE-4AEF-AA98945CE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77697-BD25-60CB-42A8-2B88A2FA29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E58E8D-080A-4EBA-9C6D-8DAF9FF284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9F2F11-B4D3-3AC8-8B29-94D0D41D9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24F43-2148-4C1D-953E-A60618B9D0CF}" type="datetimeFigureOut">
              <a:rPr lang="en-US" smtClean="0"/>
              <a:t>2025-12-13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DEF54C-F271-1F57-2974-244C2E2CF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1489E2-CD71-5C23-7967-6815F90D5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D7129-8599-4BAA-9168-299F4A198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340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FF77D-A5EA-F7C7-2DB3-D5615B1B6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CD23CB-2214-D905-2210-336BB7679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9D167C-1138-CCD1-D98F-302F018954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3C22E8-D7A7-B317-0CEA-8EEEEE9E72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47FDC9-720D-5D1F-95A3-D062379971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6D183C-9B93-E83E-5503-164873646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24F43-2148-4C1D-953E-A60618B9D0CF}" type="datetimeFigureOut">
              <a:rPr lang="en-US" smtClean="0"/>
              <a:t>2025-12-13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D23EAA-D7FE-1E28-5649-9ABBF4B78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FA79ED-CECC-BA09-32E4-9EC004B71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D7129-8599-4BAA-9168-299F4A198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099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F8324-0A51-C104-12B7-F6913D6F1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FB93E3-0933-9AEE-3B2D-8F63831E3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24F43-2148-4C1D-953E-A60618B9D0CF}" type="datetimeFigureOut">
              <a:rPr lang="en-US" smtClean="0"/>
              <a:t>2025-12-13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296244-39DF-36C6-B7B0-B65DF0316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15EC44-A1D4-C319-DB33-D7D4A962C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D7129-8599-4BAA-9168-299F4A198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665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3A9DAB-173B-1A27-EFCA-D1E2785E6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24F43-2148-4C1D-953E-A60618B9D0CF}" type="datetimeFigureOut">
              <a:rPr lang="en-US" smtClean="0"/>
              <a:t>2025-12-13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474DA8-CB4C-4BD5-AD94-5B8EC29C9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0298BE-DDAB-1AAC-923C-517146003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D7129-8599-4BAA-9168-299F4A198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3241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DD769-836F-E0F6-05A7-E1DD5538C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4CA23-4E7C-62E5-07F0-60077CA0B2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4AC294-8575-CB70-55F8-EA69AA0FC2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F17E30-EA4E-B242-0941-C4CF9FBA5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24F43-2148-4C1D-953E-A60618B9D0CF}" type="datetimeFigureOut">
              <a:rPr lang="en-US" smtClean="0"/>
              <a:t>2025-12-13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4BC954-D163-6AC3-FDD2-7EBE39E07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03E3B6-EE1B-6E1B-8C0F-704157C62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D7129-8599-4BAA-9168-299F4A198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885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A4F69-3C30-DB48-3649-8760F5EA4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FBB985-F925-99D1-8D4E-A30770118F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4585DB-7FC1-73FE-B4BC-DDC90D97C8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FADA46-7B0F-3104-024C-CF18A4701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24F43-2148-4C1D-953E-A60618B9D0CF}" type="datetimeFigureOut">
              <a:rPr lang="en-US" smtClean="0"/>
              <a:t>2025-12-13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DA4BBC-AB74-3109-9F11-8C68D05AB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6E14D6-81CA-B516-352B-969910BAB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D7129-8599-4BAA-9168-299F4A198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168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E9F6B-7B8F-26D8-C670-4C9BB72F7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884002-187D-26A0-1161-9DABED2681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53D932-6746-DF6A-71DF-DCAEC76A0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24F43-2148-4C1D-953E-A60618B9D0CF}" type="datetimeFigureOut">
              <a:rPr lang="en-US" smtClean="0"/>
              <a:t>2025-12-13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D4D9B5-5D0A-30FF-03F1-59FFB034D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2EB8BF-6452-58D2-9774-DE9B474C4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D7129-8599-4BAA-9168-299F4A198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001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FA9662-2F27-184C-431B-123F430F13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6E54EF-23BB-8D15-F1C0-30728652D9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E045D-CB05-7F73-C371-2E33DDF40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24F43-2148-4C1D-953E-A60618B9D0CF}" type="datetimeFigureOut">
              <a:rPr lang="en-US" smtClean="0"/>
              <a:t>2025-12-13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6EBB27-9676-18EF-C567-EB46F5DDF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BF392F-13C7-B1B0-2F6F-8F0C04DEB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D7129-8599-4BAA-9168-299F4A198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820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2B51B3-E940-BC49-0DE9-F4D94DDD0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B3B26B-6BD0-BE9E-F4A2-4A776998F8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84EF07-5195-CD0E-9A78-6E512FAA7F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024F43-2148-4C1D-953E-A60618B9D0CF}" type="datetimeFigureOut">
              <a:rPr lang="en-US" smtClean="0"/>
              <a:t>2025-12-13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B7A478-7896-8CE4-0EE4-431015BEF8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BE855-ED8F-4425-2F15-537C3EC58D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6D7129-8599-4BAA-9168-299F4A198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169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571C3F8-1B2E-1387-78FE-56AFD22E9A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sp>
        <p:nvSpPr>
          <p:cNvPr id="6" name="Callout: Bent Line with No Border 5">
            <a:extLst>
              <a:ext uri="{FF2B5EF4-FFF2-40B4-BE49-F238E27FC236}">
                <a16:creationId xmlns:a16="http://schemas.microsoft.com/office/drawing/2014/main" id="{5927128E-2FB4-9F94-59CA-8882C984C315}"/>
              </a:ext>
            </a:extLst>
          </p:cNvPr>
          <p:cNvSpPr/>
          <p:nvPr/>
        </p:nvSpPr>
        <p:spPr>
          <a:xfrm>
            <a:off x="3498396" y="2607367"/>
            <a:ext cx="1584352" cy="612648"/>
          </a:xfrm>
          <a:prstGeom prst="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62749"/>
              <a:gd name="adj6" fmla="val -37828"/>
            </a:avLst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400" dirty="0"/>
              <a:t>Event source</a:t>
            </a:r>
          </a:p>
        </p:txBody>
      </p:sp>
      <p:sp>
        <p:nvSpPr>
          <p:cNvPr id="7" name="Callout: Bent Line with No Border 6">
            <a:extLst>
              <a:ext uri="{FF2B5EF4-FFF2-40B4-BE49-F238E27FC236}">
                <a16:creationId xmlns:a16="http://schemas.microsoft.com/office/drawing/2014/main" id="{6133AE8A-84BE-3460-C9AA-A9DBFEF7294F}"/>
              </a:ext>
            </a:extLst>
          </p:cNvPr>
          <p:cNvSpPr/>
          <p:nvPr/>
        </p:nvSpPr>
        <p:spPr>
          <a:xfrm>
            <a:off x="6558951" y="5100111"/>
            <a:ext cx="1584352" cy="612648"/>
          </a:xfrm>
          <a:prstGeom prst="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11206"/>
              <a:gd name="adj6" fmla="val -30029"/>
            </a:avLst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400" dirty="0"/>
              <a:t>Event filter</a:t>
            </a:r>
          </a:p>
        </p:txBody>
      </p:sp>
      <p:sp>
        <p:nvSpPr>
          <p:cNvPr id="8" name="Callout: Bent Line with No Border 7">
            <a:extLst>
              <a:ext uri="{FF2B5EF4-FFF2-40B4-BE49-F238E27FC236}">
                <a16:creationId xmlns:a16="http://schemas.microsoft.com/office/drawing/2014/main" id="{1E6D6E58-5349-2C43-825D-D2E8DAE9213B}"/>
              </a:ext>
            </a:extLst>
          </p:cNvPr>
          <p:cNvSpPr/>
          <p:nvPr/>
        </p:nvSpPr>
        <p:spPr>
          <a:xfrm flipH="1">
            <a:off x="7949514" y="4567519"/>
            <a:ext cx="817807" cy="612648"/>
          </a:xfrm>
          <a:prstGeom prst="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63646"/>
              <a:gd name="adj6" fmla="val -104597"/>
            </a:avLst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r"/>
            <a:r>
              <a:rPr lang="en-US" sz="1400" dirty="0"/>
              <a:t>Sink</a:t>
            </a:r>
          </a:p>
        </p:txBody>
      </p:sp>
      <p:sp>
        <p:nvSpPr>
          <p:cNvPr id="9" name="Callout: Bent Line with No Border 8">
            <a:extLst>
              <a:ext uri="{FF2B5EF4-FFF2-40B4-BE49-F238E27FC236}">
                <a16:creationId xmlns:a16="http://schemas.microsoft.com/office/drawing/2014/main" id="{BF481865-2670-1960-68B2-F3C3877353C6}"/>
              </a:ext>
            </a:extLst>
          </p:cNvPr>
          <p:cNvSpPr/>
          <p:nvPr/>
        </p:nvSpPr>
        <p:spPr>
          <a:xfrm flipH="1">
            <a:off x="4974597" y="1994719"/>
            <a:ext cx="1584353" cy="612648"/>
          </a:xfrm>
          <a:prstGeom prst="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68127"/>
              <a:gd name="adj6" fmla="val -40615"/>
            </a:avLst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r"/>
            <a:r>
              <a:rPr lang="en-US" sz="1400" dirty="0"/>
              <a:t>Stream miner operator</a:t>
            </a:r>
          </a:p>
        </p:txBody>
      </p:sp>
    </p:spTree>
    <p:extLst>
      <p:ext uri="{BB962C8B-B14F-4D97-AF65-F5344CB8AC3E}">
        <p14:creationId xmlns:p14="http://schemas.microsoft.com/office/powerpoint/2010/main" val="904771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DTU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Andrea Burattin</dc:creator>
  <cp:lastModifiedBy>Andrea Burattin</cp:lastModifiedBy>
  <cp:revision>1</cp:revision>
  <dcterms:created xsi:type="dcterms:W3CDTF">2025-12-13T15:28:47Z</dcterms:created>
  <dcterms:modified xsi:type="dcterms:W3CDTF">2025-12-13T15:33:19Z</dcterms:modified>
</cp:coreProperties>
</file>